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2" r:id="rId2"/>
    <p:sldId id="257" r:id="rId3"/>
    <p:sldId id="263" r:id="rId4"/>
    <p:sldId id="267" r:id="rId5"/>
    <p:sldId id="265" r:id="rId6"/>
    <p:sldId id="266" r:id="rId7"/>
    <p:sldId id="268" r:id="rId8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04D3C7-1318-437B-A5BF-B4540401DB18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2F845-F5A7-4141-89A3-095D1ED1DBF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85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E12862-C182-4135-A4D6-2D925F5EEC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0937EE-8C6F-46A0-967D-A9504DAB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FE36E6-9975-4A28-83C9-BC323C6E6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2E157-9C63-40E0-8DC9-5D1B77D16DE4}" type="datetime1">
              <a:rPr lang="ru-RU" smtClean="0"/>
              <a:t>27.04.2026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08F2A7-BC62-4C94-989F-02288533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73F910-50BC-4529-B85C-D852DD4E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55657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146EA-C66B-45E4-A38C-DCB6E8FC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40B3F0-A0B8-49B7-A790-259818917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08EFBF-6383-41E2-B587-FDDAE94A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0ECC7-714F-442E-A6FD-45CBECF44686}" type="datetime1">
              <a:rPr lang="ru-RU" smtClean="0"/>
              <a:t>27.04.2026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5E644A-D049-43AE-AF8E-4C337AF17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9FE072-D250-44BF-B9F1-769B1597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5742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FB3AD-CDC1-414B-9DB8-87EA334F8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D2F760-6C90-4C17-8029-F6C0646DE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B1C68E-067C-4E6F-AEF8-564BC22A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7542E-21EB-4BAB-A2D0-4DA6A7DB2A9F}" type="datetime1">
              <a:rPr lang="ru-RU" smtClean="0"/>
              <a:t>27.04.2026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2A7A3F-5DBA-4D3B-A7F6-BC7FBFE2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C27358-76F9-4488-981F-1C3CE8FBE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568088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FBD03-C258-4E84-9E25-139620E1E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113526-9590-45AE-BD9C-FF0792D0B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B8941C-CF2E-4F5E-885F-87F667761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71531D-59E6-41BE-BDF5-D8E9AA4A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A6DF5-96FA-4332-8666-67D929164F7C}" type="datetime1">
              <a:rPr lang="ru-RU" smtClean="0"/>
              <a:t>27.04.2026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52DB48-BB79-499E-A695-3EF07BF7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FA57B7-67E5-4886-AEFF-C5B1B899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857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C34EAD-0B3B-48B8-A4EF-182F913A5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50C5D4-B071-48D7-B50C-0BDED1ACE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31F890-B637-427E-A890-3DB29C11A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36A8E34-8D33-45D1-9570-D882A3D00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033052-68D7-48DC-BB8E-E9372F42D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C857BD8-8001-4591-AF6A-1A3D6508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409-89F9-454F-9F5E-8E504E09FEAA}" type="datetime1">
              <a:rPr lang="ru-RU" smtClean="0"/>
              <a:t>27.04.2026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8103A91-EEB5-4030-B2A3-9EC59A8A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1247F2-FF10-4ADC-9914-4ED00F4D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1431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BDB556-30C2-4DC1-AFA5-520277E6D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D9AB97-892A-4B31-8F8B-1D77DC29F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66FA-E494-46B3-844A-C9E5FA09FE8B}" type="datetime1">
              <a:rPr lang="ru-RU" smtClean="0"/>
              <a:t>27.04.2026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11F250-3D3C-4C07-86EA-2171CBD4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DBA544-283E-4C00-B680-FC4ED5D7A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1940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9E27FD0-90C9-4A86-A3D4-7DFC86693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863EC-F0AC-4CBA-A988-ACC2E0A62DF3}" type="datetime1">
              <a:rPr lang="ru-RU" smtClean="0"/>
              <a:t>27.04.2026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8408192-1D0C-4E41-A35A-19E9A1EF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0B973A-7982-4D9D-AAE3-8BD4A823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7729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47C7D2-D01D-4675-844A-C38A85713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A17E06-297C-47EA-8F95-707A501D2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4D7D79-60F0-4F09-A7A2-987F2959B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080CA1-FD75-402F-B1E8-476DBB327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0254-04A4-4260-A480-A84AD88313B5}" type="datetime1">
              <a:rPr lang="ru-RU" smtClean="0"/>
              <a:t>27.04.2026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A3B2C2-4FF3-4EFC-A6AD-2C1EA84FC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4C2B65-2CF2-41F1-8B92-E01F0FD7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71090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80DD4-BD34-4576-9704-4B8519185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BEDF5B6-5706-4612-A1C2-422A3A0E38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1CBDEF-7D9B-43EF-91D2-2F2B75A0A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CA418C-69D2-4744-94EB-08A20B9D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735D-A42F-45AE-9F96-226129BB491C}" type="datetime1">
              <a:rPr lang="ru-RU" smtClean="0"/>
              <a:t>27.04.2026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E7849A-BD60-469C-8FC4-59EA06D16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A1E173-B811-4607-9B26-A5F9B3CBF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94015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8BD25-EB26-4225-9992-E0297903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C0AF14B-1677-4672-A6A4-306FA1716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3E838F-E73D-4B32-800B-1A6F5C88C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671D6-1254-44C6-86A3-60100238FE0F}" type="datetime1">
              <a:rPr lang="ru-RU" smtClean="0"/>
              <a:t>27.04.2026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9F92-2EBF-4E37-B4F0-6A895D50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A0A38C-CCD8-496F-A365-DCFF4E0C6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99095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55666CC-CDD4-449D-8356-92621EF16B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39A414C-B69A-4A32-806F-30BCF368E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52B8BE-A243-4D63-8371-0DF493F6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9A7B5-5A91-4B32-8907-6ABF9A67298D}" type="datetime1">
              <a:rPr lang="ru-RU" smtClean="0"/>
              <a:t>27.04.2026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A307D0-468D-4B59-92AF-F3DA5BF18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1EE0BA-B9BC-4161-9410-3EC40714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18663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59B73-B66A-4381-99C6-B31081012FA3}" type="datetime1">
              <a:rPr lang="ru-RU" smtClean="0"/>
              <a:t>27.04.2026</a:t>
            </a:fld>
            <a:endParaRPr lang="ru-RU" dirty="0"/>
          </a:p>
        </p:txBody>
      </p:sp>
      <p:sp>
        <p:nvSpPr>
          <p:cNvPr id="104857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0485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522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349F3-1F81-4485-A31D-36E13D059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AFB99A-1937-49A6-AB42-332CFBDB6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4D19D1-03B3-4906-862C-F9173E44F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7656F-4A4E-4C4E-9C08-E3C9660D1123}" type="datetime1">
              <a:rPr lang="ru-RU" smtClean="0"/>
              <a:t>27.04.2026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2845E2-4324-4230-90BB-2BBB305EC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951B2B-D23C-4687-8D82-83952AA1D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8E4B2D-0D9E-438A-A7BF-83093444973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05722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Прямоугольник 3"/>
          <p:cNvSpPr/>
          <p:nvPr/>
        </p:nvSpPr>
        <p:spPr>
          <a:xfrm>
            <a:off x="1623442" y="172683"/>
            <a:ext cx="885698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182"/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ПРАВИТЕЛЬСТВО САНКТ-ПЕТЕРБУРГА</a:t>
            </a:r>
          </a:p>
          <a:p>
            <a:pPr algn="ctr" defTabSz="457182"/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КОМИТЕТ ПО НАУКЕ И ВЫСШЕЙ ШКОЛЕ</a:t>
            </a:r>
          </a:p>
          <a:p>
            <a:pPr algn="ctr" defTabSz="457182"/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Санкт-Петербургское государственное бюджетное профессиональное 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57182"/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учреждение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57182"/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«Санкт-Петербургский технический колледж управления и коммерции»</a:t>
            </a:r>
            <a:endParaRPr lang="ru-RU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94304" name="Таблица 4"/>
          <p:cNvGraphicFramePr>
            <a:graphicFrameLocks noGrp="1"/>
          </p:cNvGraphicFramePr>
          <p:nvPr/>
        </p:nvGraphicFramePr>
        <p:xfrm>
          <a:off x="8031408" y="4633217"/>
          <a:ext cx="3690331" cy="1435712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3690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528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ru-RU" sz="1600" b="1" kern="1200" noProof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Преподаватель: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ru-RU" sz="1600" b="0" kern="1200" noProof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Ильюшина Алена Николаевна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ru-RU" sz="1600" b="0" kern="1200" noProof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Новиков Никита Евгеньевич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200" b="1" noProof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80" name="TextBox 1"/>
          <p:cNvSpPr txBox="1"/>
          <p:nvPr/>
        </p:nvSpPr>
        <p:spPr>
          <a:xfrm>
            <a:off x="5115087" y="6068930"/>
            <a:ext cx="19034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182"/>
            <a:r>
              <a:rPr lang="ru-RU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 2026</a:t>
            </a:r>
          </a:p>
        </p:txBody>
      </p:sp>
      <p:pic>
        <p:nvPicPr>
          <p:cNvPr id="2097152" name="Picture 2" descr="https://sun9-20.userapi.com/c604728/v604728180/40f3d/9YIVKk3BRw8.jpg"/>
          <p:cNvPicPr>
            <a:picLocks noChangeAspect="1" noChangeArrowheads="1"/>
          </p:cNvPicPr>
          <p:nvPr/>
        </p:nvPicPr>
        <p:blipFill rotWithShape="1">
          <a:blip r:embed="rId2"/>
          <a:srcRect l="23330" t="30227" r="23434" b="30375"/>
          <a:stretch>
            <a:fillRect/>
          </a:stretch>
        </p:blipFill>
        <p:spPr bwMode="auto">
          <a:xfrm>
            <a:off x="1" y="0"/>
            <a:ext cx="2090969" cy="1547446"/>
          </a:xfrm>
          <a:prstGeom prst="rect">
            <a:avLst/>
          </a:prstGeom>
          <a:noFill/>
        </p:spPr>
      </p:pic>
      <p:graphicFrame>
        <p:nvGraphicFramePr>
          <p:cNvPr id="4194305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378579"/>
              </p:ext>
            </p:extLst>
          </p:nvPr>
        </p:nvGraphicFramePr>
        <p:xfrm>
          <a:off x="602383" y="4633217"/>
          <a:ext cx="3690331" cy="1435712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3690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528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noProof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Выполнила:</a:t>
                      </a:r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noProof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Студентка группы 9ИС-</a:t>
                      </a:r>
                      <a:r>
                        <a:rPr lang="en-US" sz="1600" b="0" noProof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ru-RU" sz="1600" b="0" noProof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0" noProof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Поддубская</a:t>
                      </a:r>
                      <a:r>
                        <a:rPr lang="ru-RU" sz="1600" b="0" noProof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Элина Вячеславовна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ru-RU" sz="1200" b="1" noProof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81" name="TextBox 2"/>
          <p:cNvSpPr txBox="1"/>
          <p:nvPr/>
        </p:nvSpPr>
        <p:spPr>
          <a:xfrm>
            <a:off x="3166350" y="2628781"/>
            <a:ext cx="58593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Модуль 1. Участие в проектировании архитектуры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120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интеллектуальных интегрированных систем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DB3627-D25D-4581-B70E-03D626C08F34}"/>
              </a:ext>
            </a:extLst>
          </p:cNvPr>
          <p:cNvSpPr txBox="1"/>
          <p:nvPr/>
        </p:nvSpPr>
        <p:spPr>
          <a:xfrm>
            <a:off x="2633289" y="5585890"/>
            <a:ext cx="985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Шаблон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F79C80-5515-3B7C-4A99-CE492E465D2E}"/>
              </a:ext>
            </a:extLst>
          </p:cNvPr>
          <p:cNvSpPr txBox="1"/>
          <p:nvPr/>
        </p:nvSpPr>
        <p:spPr>
          <a:xfrm>
            <a:off x="8004697" y="5585890"/>
            <a:ext cx="2054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Готовая программа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935BDC2-41DD-BA1B-D27A-C77EC4FD0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32" y="902778"/>
            <a:ext cx="4295921" cy="437407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43D00B6-7074-352D-3BE8-3D2EA2D9E0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99" t="13206" r="30572" b="15555"/>
          <a:stretch/>
        </p:blipFill>
        <p:spPr>
          <a:xfrm>
            <a:off x="7289076" y="1341121"/>
            <a:ext cx="2969088" cy="3056255"/>
          </a:xfrm>
          <a:prstGeom prst="rect">
            <a:avLst/>
          </a:prstGeom>
        </p:spPr>
      </p:pic>
      <p:pic>
        <p:nvPicPr>
          <p:cNvPr id="3" name="Рисунок 2" descr="Изображение выглядит как текст, снимок экрана, Графическое программное обеспечение, Мультимедийное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F16FC70D-A2DE-C605-24BA-582C7264A3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3" r="24495" b="4750"/>
          <a:stretch/>
        </p:blipFill>
        <p:spPr>
          <a:xfrm>
            <a:off x="6680049" y="902778"/>
            <a:ext cx="4704219" cy="4374079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86F6A1C-BEB4-0836-6B35-1A0721E83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2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31693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E843C7-5931-BDA7-A3C0-0BC63A058DDB}"/>
              </a:ext>
            </a:extLst>
          </p:cNvPr>
          <p:cNvSpPr txBox="1"/>
          <p:nvPr/>
        </p:nvSpPr>
        <p:spPr>
          <a:xfrm>
            <a:off x="812800" y="701964"/>
            <a:ext cx="5058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программы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0A1D84-C194-5F7C-5146-BBB2FDD160C9}"/>
              </a:ext>
            </a:extLst>
          </p:cNvPr>
          <p:cNvSpPr txBox="1"/>
          <p:nvPr/>
        </p:nvSpPr>
        <p:spPr>
          <a:xfrm>
            <a:off x="812800" y="2161308"/>
            <a:ext cx="47665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PyQt6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графический интерфейс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отрисовка карты, обработка кликов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Side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панель выбора объектов и свойств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главное окно, кнопки управления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E6E056-6935-25DC-ABFA-CE2400E0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3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2661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E843C7-5931-BDA7-A3C0-0BC63A058DDB}"/>
              </a:ext>
            </a:extLst>
          </p:cNvPr>
          <p:cNvSpPr txBox="1"/>
          <p:nvPr/>
        </p:nvSpPr>
        <p:spPr>
          <a:xfrm>
            <a:off x="812800" y="701964"/>
            <a:ext cx="25010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0A1D84-C194-5F7C-5146-BBB2FDD160C9}"/>
              </a:ext>
            </a:extLst>
          </p:cNvPr>
          <p:cNvSpPr txBox="1"/>
          <p:nvPr/>
        </p:nvSpPr>
        <p:spPr>
          <a:xfrm>
            <a:off x="812800" y="3527861"/>
            <a:ext cx="6572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для работы с системой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чтобы сохранять/загружать карту в текстовом формате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для работы с путями к файлам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PyQt6 — библиотека для создания оконных программ</a:t>
            </a:r>
          </a:p>
        </p:txBody>
      </p:sp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B59A5702-001F-7D11-92CD-91DA81F23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91" t="10235" r="35151" b="75623"/>
          <a:stretch/>
        </p:blipFill>
        <p:spPr>
          <a:xfrm>
            <a:off x="812800" y="1874606"/>
            <a:ext cx="5420064" cy="112694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672C1D-38E8-62ED-E685-8A242309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4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52822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E843C7-5931-BDA7-A3C0-0BC63A058DDB}"/>
              </a:ext>
            </a:extLst>
          </p:cNvPr>
          <p:cNvSpPr txBox="1"/>
          <p:nvPr/>
        </p:nvSpPr>
        <p:spPr>
          <a:xfrm>
            <a:off x="812800" y="701964"/>
            <a:ext cx="5677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 «Добавить объекты»</a:t>
            </a:r>
          </a:p>
        </p:txBody>
      </p:sp>
      <p:pic>
        <p:nvPicPr>
          <p:cNvPr id="5" name="Рисунок 4" descr="Изображение выглядит как текст, снимок экрана, Графическое программное обеспечение, Мультимедийное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86A933E7-3389-3B81-B6DD-754EB0F9E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1" r="32955" b="4511"/>
          <a:stretch/>
        </p:blipFill>
        <p:spPr>
          <a:xfrm>
            <a:off x="3482109" y="1348295"/>
            <a:ext cx="5400772" cy="496003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999B0CD-F3C7-4BAD-2215-AB6A63CA1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5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27248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E843C7-5931-BDA7-A3C0-0BC63A058DDB}"/>
              </a:ext>
            </a:extLst>
          </p:cNvPr>
          <p:cNvSpPr txBox="1"/>
          <p:nvPr/>
        </p:nvSpPr>
        <p:spPr>
          <a:xfrm>
            <a:off x="812800" y="701964"/>
            <a:ext cx="5315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 «Редактор дороги»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A933E7-3389-3B81-B6DD-754EB0F9E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7" r="32859" b="4653"/>
          <a:stretch/>
        </p:blipFill>
        <p:spPr>
          <a:xfrm>
            <a:off x="3470419" y="1348295"/>
            <a:ext cx="5414963" cy="4977714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5D7E6E5-1AF3-E620-6F65-7823BFAE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6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503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1B94DBF-BF40-3E15-E569-5889A838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E4B2D-0D9E-438A-A7BF-830934449733}" type="slidenum">
              <a:rPr lang="ru-BY" smtClean="0"/>
              <a:t>7</a:t>
            </a:fld>
            <a:endParaRPr lang="ru-BY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2BB5FF-2DF3-7D9C-2B88-1A2621DFA2F8}"/>
              </a:ext>
            </a:extLst>
          </p:cNvPr>
          <p:cNvSpPr txBox="1"/>
          <p:nvPr/>
        </p:nvSpPr>
        <p:spPr>
          <a:xfrm>
            <a:off x="3825955" y="3105834"/>
            <a:ext cx="4540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968557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135</Words>
  <Application>Microsoft Office PowerPoint</Application>
  <PresentationFormat>Широкоэкранный</PresentationFormat>
  <Paragraphs>35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Интеллектуальная дорожная система</dc:title>
  <dc:creator>sdvseven</dc:creator>
  <cp:lastModifiedBy>Stud_06</cp:lastModifiedBy>
  <cp:revision>7</cp:revision>
  <dcterms:created xsi:type="dcterms:W3CDTF">2026-04-22T13:59:32Z</dcterms:created>
  <dcterms:modified xsi:type="dcterms:W3CDTF">2026-04-27T13:35:47Z</dcterms:modified>
</cp:coreProperties>
</file>